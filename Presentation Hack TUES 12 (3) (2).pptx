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T Mono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Mono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04a5d010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g3d304a5d010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304a5d010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Wasteless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857500" y="295275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2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M41T4P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71550" y="1969025"/>
            <a:ext cx="36054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Проблем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глобално замърсяване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неинформираност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вредни навици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90444" y="2561952"/>
            <a:ext cx="1336175" cy="17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5489168" y="1969016"/>
            <a:ext cx="333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</a:t>
            </a: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ъществуващо решение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1293456" y="1722299"/>
            <a:ext cx="37161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Геймифицирано изграждане на навици за опазване на околната среда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 решение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59" name="Google Shape;5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/>
          <p:nvPr/>
        </p:nvSpPr>
        <p:spPr>
          <a:xfrm>
            <a:off x="2375997" y="1900250"/>
            <a:ext cx="43920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Single player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Resource management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2D - top down view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Educational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Survival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5311" y="2651905"/>
            <a:ext cx="3848026" cy="3848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7581" y="1419378"/>
            <a:ext cx="2271176" cy="259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8675" y="1619250"/>
            <a:ext cx="1270600" cy="1270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/>
        </p:nvSpPr>
        <p:spPr>
          <a:xfrm>
            <a:off x="2106224" y="3149982"/>
            <a:ext cx="143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LIBRESPRITE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6755110" y="3901589"/>
            <a:ext cx="3309900" cy="3309900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646" y="3128975"/>
            <a:ext cx="1862850" cy="195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97" name="Google Shape;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871550" y="1230625"/>
            <a:ext cx="11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Сряда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3570150" y="3024725"/>
            <a:ext cx="160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Четвъртък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6425043" y="1230626"/>
            <a:ext cx="152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Петък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260251" y="1608717"/>
            <a:ext cx="3309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запознаване на екипа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генериране на идея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2401650" y="3495675"/>
            <a:ext cx="394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планиране на работата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разработка на играта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изготвяне на графики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5373393" y="1608725"/>
            <a:ext cx="3631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довършване на софтуерното решение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презентация и план за представяне</a:t>
            </a:r>
            <a:endParaRPr sz="2000">
              <a:solidFill>
                <a:srgbClr val="FFFFFF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descr="preencoded.png" id="104" name="Google Shape;10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9543" y="3495686"/>
            <a:ext cx="2324100" cy="1538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Нашият екип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114" name="Google Shape;1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901517">
            <a:off x="-1941813" y="3582389"/>
            <a:ext cx="4347850" cy="4347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 txBox="1"/>
          <p:nvPr/>
        </p:nvSpPr>
        <p:spPr>
          <a:xfrm>
            <a:off x="447900" y="1500488"/>
            <a:ext cx="8248200" cy="24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Кристиан - 12Б - Главен програмист, организатор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Тони - 12А - Главен програмист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Мирослав - 8А - Map design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Ивайло - 8A - Помощник програмист, character design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Пламен - 9А - Помощник програмист, element design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"/>
          <p:cNvSpPr txBox="1"/>
          <p:nvPr/>
        </p:nvSpPr>
        <p:spPr>
          <a:xfrm>
            <a:off x="1691248" y="1554741"/>
            <a:ext cx="58485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Mono"/>
              <a:buNone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Ментор - Александра Александрова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Mono"/>
              <a:buNone/>
            </a:pPr>
            <a:r>
              <a:t/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работа в екип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запознанство с нови хора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работа с нови технологии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55600" lvl="0" marL="45720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T Mono"/>
              <a:buChar char="●"/>
            </a:pPr>
            <a:r>
              <a:rPr lang="en-US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създаване на графичен дизайн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Mono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descr="A green circle with a black background&#10;&#10;Description automatically generated"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6218" y="273172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125" name="Google Shape;125;p11"/>
          <p:cNvPicPr preferRelativeResize="0"/>
          <p:nvPr/>
        </p:nvPicPr>
        <p:blipFill rotWithShape="1">
          <a:blip r:embed="rId5">
            <a:alphaModFix/>
          </a:blip>
          <a:srcRect b="-26840" l="0" r="0" t="26840"/>
          <a:stretch/>
        </p:blipFill>
        <p:spPr>
          <a:xfrm>
            <a:off x="-3260099" y="-1606447"/>
            <a:ext cx="51434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1510950" y="215300"/>
            <a:ext cx="6209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</a:rPr>
              <a:t>Нашето преживяване</a:t>
            </a:r>
            <a:endParaRPr sz="4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32" name="Google Shape;1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2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